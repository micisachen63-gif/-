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02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03-cha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04-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05-win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06-bl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07-v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08-vip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09-p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10-vipdr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12-b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13-r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14-machine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win\19-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song\20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song\21-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song\22-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song\23-mach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song\24-r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song\25-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qz\20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qz\21-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qz\22-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qz\23-mach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qz\24-r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9\qz\25-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營運月報 2026-09</dc:title>
  <dc:subject>PptxGenJS Presentation</dc:subject>
  <dc:creator>PptxGenJS</dc:creator>
  <cp:lastModifiedBy>PptxGenJS</cp:lastModifiedBy>
  <cp:revision>1</cp:revision>
  <dcterms:created xsi:type="dcterms:W3CDTF">2026-10-01T04:33:45Z</dcterms:created>
  <dcterms:modified xsi:type="dcterms:W3CDTF">2026-10-01T04:33:45Z</dcterms:modified>
</cp:coreProperties>
</file>