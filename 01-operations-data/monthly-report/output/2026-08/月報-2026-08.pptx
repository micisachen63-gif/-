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2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3-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4-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5-win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6-bl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7-v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8-vip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09-p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10-vipd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12-b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13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14-machine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win\19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song\20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song\21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song\22-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song\23-mach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song\24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song\25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qz\20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qz\21-k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qz\22-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qz\23-mach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qz\24-r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cuments\ChatGPT\月報簡報\output\2026-08\qz\25-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營運月報 2026-08</dc:title>
  <dc:subject>PptxGenJS Presentation</dc:subject>
  <dc:creator>PptxGenJS</dc:creator>
  <cp:lastModifiedBy>PptxGenJS</cp:lastModifiedBy>
  <cp:revision>1</cp:revision>
  <dcterms:created xsi:type="dcterms:W3CDTF">2026-10-01T04:32:38Z</dcterms:created>
  <dcterms:modified xsi:type="dcterms:W3CDTF">2026-10-01T04:32:38Z</dcterms:modified>
</cp:coreProperties>
</file>