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_to-0830\song\20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_to-0830\song\21-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_to-0830\song\22-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_to-0830\song\23-mach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_to-0830\song\24-r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_to-0830\song\25-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營運月報 2026-08</dc:title>
  <dc:subject>PptxGenJS Presentation</dc:subject>
  <dc:creator>PptxGenJS</dc:creator>
  <cp:lastModifiedBy>PptxGenJS</cp:lastModifiedBy>
  <cp:revision>1</cp:revision>
  <dcterms:created xsi:type="dcterms:W3CDTF">2026-10-01T04:02:25Z</dcterms:created>
  <dcterms:modified xsi:type="dcterms:W3CDTF">2026-10-01T04:02:25Z</dcterms:modified>
</cp:coreProperties>
</file>